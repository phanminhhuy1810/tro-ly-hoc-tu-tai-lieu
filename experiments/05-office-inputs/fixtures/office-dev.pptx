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Networking - self-authored parser QA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88720"/>
            <a:ext cx="10058400" cy="4828032"/>
            <a:chOff x="457200" y="1188720"/>
            <a:chExt cx="10058400" cy="4828032"/>
          </a:xfrm>
        </p:grpSpPr>
        <p:pic>
          <p:nvPicPr>
            <p:cNvPr id="4" name="Picture 3" descr="networkin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88720"/>
              <a:ext cx="10058400" cy="48280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Calculus - self-authored parser QA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88720"/>
            <a:ext cx="10058400" cy="4828032"/>
            <a:chOff x="457200" y="1188720"/>
            <a:chExt cx="10058400" cy="4828032"/>
          </a:xfrm>
        </p:grpSpPr>
        <p:pic>
          <p:nvPicPr>
            <p:cNvPr id="4" name="Picture 3" descr="calculu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88720"/>
              <a:ext cx="10058400" cy="48280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Psychology - self-authored parser QA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88720"/>
            <a:ext cx="10058400" cy="4828032"/>
            <a:chOff x="457200" y="1188720"/>
            <a:chExt cx="10058400" cy="4828032"/>
          </a:xfrm>
        </p:grpSpPr>
        <p:pic>
          <p:nvPicPr>
            <p:cNvPr id="4" name="Picture 3" descr="psychology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88720"/>
              <a:ext cx="10058400" cy="48280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